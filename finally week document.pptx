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5" r:id="rId7"/>
    <p:sldId id="260" r:id="rId8"/>
    <p:sldId id="262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taphil.com/us/skin-analysis.html" TargetMode="External"/><Relationship Id="rId2" Type="http://schemas.openxmlformats.org/officeDocument/2006/relationships/hyperlink" Target="https://www.perfectcorp.com/business/showcase/face-analyzer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D8B8-23A9-5094-1940-4744853412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WEEKLY REPORT DOCUMENT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F42D12-186B-8F15-78B9-185D4F4CBE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3927" y="3844413"/>
            <a:ext cx="9001462" cy="2387600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FFFF00"/>
                </a:solidFill>
              </a:rPr>
              <a:t>Supervisor:</a:t>
            </a:r>
          </a:p>
          <a:p>
            <a:r>
              <a:rPr lang="en-US" dirty="0"/>
              <a:t>Muhammad Fahad </a:t>
            </a:r>
          </a:p>
          <a:p>
            <a:r>
              <a:rPr lang="en-US" dirty="0">
                <a:solidFill>
                  <a:srgbClr val="FFFF00"/>
                </a:solidFill>
              </a:rPr>
              <a:t>Group members:</a:t>
            </a:r>
          </a:p>
          <a:p>
            <a:r>
              <a:rPr lang="en-US" dirty="0"/>
              <a:t>Amna Aslam(Bscs51f22s038)</a:t>
            </a:r>
          </a:p>
          <a:p>
            <a:r>
              <a:rPr lang="en-US" dirty="0"/>
              <a:t>Bushra Bilqees(Bscs51f22s041)</a:t>
            </a:r>
          </a:p>
        </p:txBody>
      </p:sp>
    </p:spTree>
    <p:extLst>
      <p:ext uri="{BB962C8B-B14F-4D97-AF65-F5344CB8AC3E}">
        <p14:creationId xmlns:p14="http://schemas.microsoft.com/office/powerpoint/2010/main" val="3197384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7AE40-3E19-8B87-18C0-147B9CA20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1641F-5E00-BBF4-8A14-25C9991D1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Muhammad Fahad as </a:t>
            </a:r>
            <a:r>
              <a:rPr lang="en-US" dirty="0">
                <a:solidFill>
                  <a:srgbClr val="FFFF00"/>
                </a:solidFill>
              </a:rPr>
              <a:t>Supervisor</a:t>
            </a:r>
          </a:p>
          <a:p>
            <a:r>
              <a:rPr lang="en-US" dirty="0">
                <a:solidFill>
                  <a:srgbClr val="FFFF00"/>
                </a:solidFill>
              </a:rPr>
              <a:t>2 meetings </a:t>
            </a:r>
            <a:r>
              <a:rPr lang="en-US" dirty="0"/>
              <a:t>with Supervisor</a:t>
            </a:r>
          </a:p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meeting is </a:t>
            </a:r>
            <a:r>
              <a:rPr lang="en-US" dirty="0">
                <a:solidFill>
                  <a:srgbClr val="FFFF00"/>
                </a:solidFill>
              </a:rPr>
              <a:t>introductory</a:t>
            </a:r>
            <a:r>
              <a:rPr lang="en-US" dirty="0"/>
              <a:t> meeting</a:t>
            </a:r>
          </a:p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meeting: Discussion of basic topics like: what is </a:t>
            </a:r>
            <a:r>
              <a:rPr lang="en-US" dirty="0" err="1"/>
              <a:t>fyp</a:t>
            </a:r>
            <a:r>
              <a:rPr lang="en-US" dirty="0"/>
              <a:t>?</a:t>
            </a:r>
          </a:p>
          <a:p>
            <a:r>
              <a:rPr lang="en-US" dirty="0"/>
              <a:t>How to Start?</a:t>
            </a:r>
          </a:p>
          <a:p>
            <a:r>
              <a:rPr lang="en-US" dirty="0"/>
              <a:t>From where to start?</a:t>
            </a:r>
          </a:p>
          <a:p>
            <a:r>
              <a:rPr lang="en-US" dirty="0"/>
              <a:t>Our respected supervisor guide us all about this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001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29749-07A8-507D-66AD-461377329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2: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76574-81B9-72BC-5618-8C552967E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Unfortunate clash(misallocation of supervisor)</a:t>
            </a:r>
          </a:p>
          <a:p>
            <a:r>
              <a:rPr lang="en-US" dirty="0"/>
              <a:t>Meeting with </a:t>
            </a:r>
            <a:r>
              <a:rPr lang="en-US" dirty="0" err="1"/>
              <a:t>Mr.Muhhamd</a:t>
            </a:r>
            <a:r>
              <a:rPr lang="en-US" dirty="0"/>
              <a:t> Saad Razzaq on issue</a:t>
            </a:r>
          </a:p>
          <a:p>
            <a:r>
              <a:rPr lang="en-US" dirty="0"/>
              <a:t>Meeting with </a:t>
            </a:r>
            <a:r>
              <a:rPr lang="en-US" dirty="0" err="1"/>
              <a:t>Dr.Fahad</a:t>
            </a:r>
            <a:r>
              <a:rPr lang="en-US" dirty="0"/>
              <a:t> Maqbool</a:t>
            </a:r>
          </a:p>
          <a:p>
            <a:r>
              <a:rPr lang="en-US" dirty="0"/>
              <a:t>Meeting with </a:t>
            </a:r>
            <a:r>
              <a:rPr lang="en-US" dirty="0" err="1"/>
              <a:t>Dr.illyas</a:t>
            </a:r>
            <a:endParaRPr lang="en-US" dirty="0"/>
          </a:p>
          <a:p>
            <a:r>
              <a:rPr lang="en-US" dirty="0"/>
              <a:t>Submission of application for supervisor exchange</a:t>
            </a:r>
          </a:p>
          <a:p>
            <a:r>
              <a:rPr lang="en-US" dirty="0"/>
              <a:t>Finally, </a:t>
            </a:r>
            <a:r>
              <a:rPr lang="en-US" dirty="0" err="1"/>
              <a:t>Mr.Muhammad</a:t>
            </a:r>
            <a:r>
              <a:rPr lang="en-US" dirty="0"/>
              <a:t> Fahad reallocated to our group</a:t>
            </a:r>
          </a:p>
        </p:txBody>
      </p:sp>
    </p:spTree>
    <p:extLst>
      <p:ext uri="{BB962C8B-B14F-4D97-AF65-F5344CB8AC3E}">
        <p14:creationId xmlns:p14="http://schemas.microsoft.com/office/powerpoint/2010/main" val="3932539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FC180-54FD-CB1E-B34A-6DA4386EB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21" y="373626"/>
            <a:ext cx="10353761" cy="1326321"/>
          </a:xfrm>
        </p:spPr>
        <p:txBody>
          <a:bodyPr/>
          <a:lstStyle/>
          <a:p>
            <a:r>
              <a:rPr lang="en-US" dirty="0"/>
              <a:t>Week 3: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27722-FBF8-20D2-90FD-D0C988F41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4"/>
            <a:ext cx="10353762" cy="4152336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rgbClr val="FFFF00"/>
                </a:solidFill>
              </a:rPr>
              <a:t>1</a:t>
            </a:r>
            <a:r>
              <a:rPr lang="en-US" baseline="30000" dirty="0">
                <a:solidFill>
                  <a:srgbClr val="FFFF00"/>
                </a:solidFill>
              </a:rPr>
              <a:t>st</a:t>
            </a:r>
            <a:r>
              <a:rPr lang="en-US" dirty="0">
                <a:solidFill>
                  <a:srgbClr val="FFFF00"/>
                </a:solidFill>
              </a:rPr>
              <a:t> meeting :</a:t>
            </a:r>
          </a:p>
          <a:p>
            <a:r>
              <a:rPr lang="en-US" dirty="0"/>
              <a:t>Select domain of interest as website development  with the help of our Supervisor</a:t>
            </a:r>
          </a:p>
          <a:p>
            <a:r>
              <a:rPr lang="en-US" dirty="0">
                <a:solidFill>
                  <a:srgbClr val="FFFF00"/>
                </a:solidFill>
              </a:rPr>
              <a:t>2</a:t>
            </a:r>
            <a:r>
              <a:rPr lang="en-US" baseline="30000" dirty="0">
                <a:solidFill>
                  <a:srgbClr val="FFFF00"/>
                </a:solidFill>
              </a:rPr>
              <a:t>nd</a:t>
            </a:r>
            <a:r>
              <a:rPr lang="en-US" dirty="0">
                <a:solidFill>
                  <a:srgbClr val="FFFF00"/>
                </a:solidFill>
              </a:rPr>
              <a:t> meeting:</a:t>
            </a:r>
          </a:p>
          <a:p>
            <a:r>
              <a:rPr lang="en-US" dirty="0"/>
              <a:t>Respected  </a:t>
            </a:r>
            <a:r>
              <a:rPr lang="en-US" dirty="0" err="1"/>
              <a:t>Mr.Muhammad</a:t>
            </a:r>
            <a:r>
              <a:rPr lang="en-US" dirty="0"/>
              <a:t> Fahad  assign task to explore different ideas</a:t>
            </a:r>
          </a:p>
          <a:p>
            <a:r>
              <a:rPr lang="en-US" dirty="0">
                <a:solidFill>
                  <a:srgbClr val="FFFF00"/>
                </a:solidFill>
              </a:rPr>
              <a:t>3</a:t>
            </a:r>
            <a:r>
              <a:rPr lang="en-US" baseline="30000" dirty="0">
                <a:solidFill>
                  <a:srgbClr val="FFFF00"/>
                </a:solidFill>
              </a:rPr>
              <a:t>rd</a:t>
            </a:r>
            <a:r>
              <a:rPr lang="en-US" dirty="0">
                <a:solidFill>
                  <a:srgbClr val="FFFF00"/>
                </a:solidFill>
              </a:rPr>
              <a:t> meeting:</a:t>
            </a:r>
          </a:p>
          <a:p>
            <a:r>
              <a:rPr lang="en-US" dirty="0"/>
              <a:t>We presented following ideas:</a:t>
            </a:r>
          </a:p>
          <a:p>
            <a:r>
              <a:rPr lang="en-US" dirty="0"/>
              <a:t>1.Sorting  </a:t>
            </a:r>
            <a:r>
              <a:rPr lang="en-US" dirty="0" err="1"/>
              <a:t>govt.notifications</a:t>
            </a:r>
            <a:r>
              <a:rPr lang="en-US" dirty="0"/>
              <a:t> website</a:t>
            </a:r>
          </a:p>
          <a:p>
            <a:r>
              <a:rPr lang="en-US" dirty="0"/>
              <a:t>2.Ai face analyzer</a:t>
            </a:r>
          </a:p>
          <a:p>
            <a:r>
              <a:rPr lang="en-US" dirty="0"/>
              <a:t>3. Ai integrated E-commerce website</a:t>
            </a:r>
          </a:p>
          <a:p>
            <a:r>
              <a:rPr lang="en-US" dirty="0"/>
              <a:t>4.Expense check and balance website</a:t>
            </a:r>
          </a:p>
          <a:p>
            <a:r>
              <a:rPr lang="en-US" dirty="0"/>
              <a:t>Our </a:t>
            </a:r>
            <a:r>
              <a:rPr lang="en-US" dirty="0" err="1"/>
              <a:t>honourable</a:t>
            </a:r>
            <a:r>
              <a:rPr lang="en-US" dirty="0"/>
              <a:t> supervisor confirm second idea</a:t>
            </a:r>
          </a:p>
        </p:txBody>
      </p:sp>
    </p:spTree>
    <p:extLst>
      <p:ext uri="{BB962C8B-B14F-4D97-AF65-F5344CB8AC3E}">
        <p14:creationId xmlns:p14="http://schemas.microsoft.com/office/powerpoint/2010/main" val="1172915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4F29A-C59F-1BDB-32E3-FE3A2B5B2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4: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D265E-8061-7D6B-B962-FCDA842DB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FFFF00"/>
                </a:solidFill>
              </a:rPr>
              <a:t>1</a:t>
            </a:r>
            <a:r>
              <a:rPr lang="en-US" baseline="30000" dirty="0">
                <a:solidFill>
                  <a:srgbClr val="FFFF00"/>
                </a:solidFill>
              </a:rPr>
              <a:t>st</a:t>
            </a:r>
            <a:r>
              <a:rPr lang="en-US" dirty="0">
                <a:solidFill>
                  <a:srgbClr val="FFFF00"/>
                </a:solidFill>
              </a:rPr>
              <a:t> meeting:</a:t>
            </a:r>
          </a:p>
          <a:p>
            <a:r>
              <a:rPr lang="en-US" dirty="0"/>
              <a:t>Respected  </a:t>
            </a:r>
            <a:r>
              <a:rPr lang="en-US" dirty="0" err="1"/>
              <a:t>Mr.Muhammad</a:t>
            </a:r>
            <a:r>
              <a:rPr lang="en-US" dirty="0"/>
              <a:t> Fahad  assign task to explore different platforms (either websites or apps) that align or resemble to our idea</a:t>
            </a:r>
          </a:p>
          <a:p>
            <a:r>
              <a:rPr lang="en-US" dirty="0">
                <a:solidFill>
                  <a:srgbClr val="FFFF00"/>
                </a:solidFill>
              </a:rPr>
              <a:t>2</a:t>
            </a:r>
            <a:r>
              <a:rPr lang="en-US" baseline="30000" dirty="0">
                <a:solidFill>
                  <a:srgbClr val="FFFF00"/>
                </a:solidFill>
              </a:rPr>
              <a:t>nd</a:t>
            </a:r>
            <a:r>
              <a:rPr lang="en-US" dirty="0">
                <a:solidFill>
                  <a:srgbClr val="FFFF00"/>
                </a:solidFill>
              </a:rPr>
              <a:t> meeting:</a:t>
            </a:r>
          </a:p>
          <a:p>
            <a:r>
              <a:rPr lang="en-US" dirty="0"/>
              <a:t>We explore different links and presented them to </a:t>
            </a:r>
            <a:r>
              <a:rPr lang="en-US" dirty="0" err="1"/>
              <a:t>Mr.Fahad</a:t>
            </a:r>
            <a:r>
              <a:rPr lang="en-US" dirty="0"/>
              <a:t> </a:t>
            </a:r>
          </a:p>
          <a:p>
            <a:r>
              <a:rPr lang="en-US" dirty="0"/>
              <a:t>links are given below:</a:t>
            </a:r>
          </a:p>
          <a:p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https://www.perfectcorp.com/business/showcase/face-analyzer</a:t>
            </a:r>
            <a:endParaRPr lang="en-US" dirty="0"/>
          </a:p>
          <a:p>
            <a:r>
              <a:rPr 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https://www.cetaphil.com/us/skin-analysis.html</a:t>
            </a:r>
            <a:endParaRPr lang="en-US" dirty="0"/>
          </a:p>
          <a:p>
            <a:r>
              <a:rPr lang="en-US" dirty="0"/>
              <a:t>https://www.dermalogica.com/pages/face-mapping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382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B622D-54A0-AB86-BE10-3B1EA09B3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5: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9ECC4-96E2-0D2F-DA11-B9668EEA8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FF00"/>
                </a:solidFill>
              </a:rPr>
              <a:t>1</a:t>
            </a:r>
            <a:r>
              <a:rPr lang="en-US" baseline="30000" dirty="0">
                <a:solidFill>
                  <a:srgbClr val="FFFF00"/>
                </a:solidFill>
              </a:rPr>
              <a:t>ST</a:t>
            </a:r>
            <a:r>
              <a:rPr lang="en-US" dirty="0">
                <a:solidFill>
                  <a:srgbClr val="FFFF00"/>
                </a:solidFill>
              </a:rPr>
              <a:t> meeting:</a:t>
            </a:r>
          </a:p>
          <a:p>
            <a:r>
              <a:rPr lang="en-US" dirty="0"/>
              <a:t>Discussion of </a:t>
            </a:r>
            <a:r>
              <a:rPr lang="en-US" dirty="0" err="1"/>
              <a:t>perposal</a:t>
            </a:r>
            <a:r>
              <a:rPr lang="en-US" dirty="0"/>
              <a:t> </a:t>
            </a:r>
          </a:p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meeting:</a:t>
            </a:r>
          </a:p>
          <a:p>
            <a:r>
              <a:rPr lang="en-US" dirty="0"/>
              <a:t>We complete proposal document and presented to our internal advisor</a:t>
            </a:r>
          </a:p>
          <a:p>
            <a:r>
              <a:rPr lang="en-US" dirty="0" err="1"/>
              <a:t>Mr.Muhammad</a:t>
            </a:r>
            <a:r>
              <a:rPr lang="en-US" dirty="0"/>
              <a:t> Fahad check the </a:t>
            </a:r>
            <a:r>
              <a:rPr lang="en-US" dirty="0" err="1"/>
              <a:t>document,analyze</a:t>
            </a:r>
            <a:r>
              <a:rPr lang="en-US" dirty="0"/>
              <a:t> some tiny mistakes, guide us and advise further refinements</a:t>
            </a:r>
          </a:p>
          <a:p>
            <a:r>
              <a:rPr lang="en-US" dirty="0">
                <a:solidFill>
                  <a:srgbClr val="FFFF00"/>
                </a:solidFill>
              </a:rPr>
              <a:t>2</a:t>
            </a:r>
            <a:r>
              <a:rPr lang="en-US" baseline="30000" dirty="0">
                <a:solidFill>
                  <a:srgbClr val="FFFF00"/>
                </a:solidFill>
              </a:rPr>
              <a:t>nd</a:t>
            </a:r>
            <a:r>
              <a:rPr lang="en-US" dirty="0">
                <a:solidFill>
                  <a:srgbClr val="FFFF00"/>
                </a:solidFill>
              </a:rPr>
              <a:t> meeting:</a:t>
            </a:r>
          </a:p>
          <a:p>
            <a:r>
              <a:rPr lang="en-US" dirty="0"/>
              <a:t>final document of proposal deliver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297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A8269-6DD9-F37D-84CB-3F10BBD84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6: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A51DA-16D6-4EB9-308E-16205C8FF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1</a:t>
            </a:r>
            <a:r>
              <a:rPr lang="en-US" baseline="30000" dirty="0">
                <a:solidFill>
                  <a:srgbClr val="FFFF00"/>
                </a:solidFill>
              </a:rPr>
              <a:t>st</a:t>
            </a:r>
            <a:r>
              <a:rPr lang="en-US" dirty="0">
                <a:solidFill>
                  <a:srgbClr val="FFFF00"/>
                </a:solidFill>
              </a:rPr>
              <a:t> meeting:</a:t>
            </a:r>
          </a:p>
          <a:p>
            <a:r>
              <a:rPr lang="en-US" dirty="0"/>
              <a:t>Our  </a:t>
            </a:r>
            <a:r>
              <a:rPr lang="en-US" dirty="0" err="1"/>
              <a:t>honourable</a:t>
            </a:r>
            <a:r>
              <a:rPr lang="en-US" dirty="0"/>
              <a:t> supervisor assign  a task  to explore </a:t>
            </a:r>
            <a:r>
              <a:rPr lang="en-US" dirty="0" err="1"/>
              <a:t>databses</a:t>
            </a:r>
            <a:r>
              <a:rPr lang="en-US" dirty="0"/>
              <a:t> </a:t>
            </a:r>
          </a:p>
          <a:p>
            <a:r>
              <a:rPr lang="en-US" dirty="0">
                <a:solidFill>
                  <a:srgbClr val="FFFF00"/>
                </a:solidFill>
              </a:rPr>
              <a:t>2</a:t>
            </a:r>
            <a:r>
              <a:rPr lang="en-US" baseline="30000" dirty="0">
                <a:solidFill>
                  <a:srgbClr val="FFFF00"/>
                </a:solidFill>
              </a:rPr>
              <a:t>nd</a:t>
            </a:r>
            <a:r>
              <a:rPr lang="en-US" dirty="0">
                <a:solidFill>
                  <a:srgbClr val="FFFF00"/>
                </a:solidFill>
              </a:rPr>
              <a:t> meeting:</a:t>
            </a:r>
          </a:p>
          <a:p>
            <a:r>
              <a:rPr lang="en-US" dirty="0"/>
              <a:t>We completed our task and displayed him with following links:</a:t>
            </a:r>
          </a:p>
          <a:p>
            <a:r>
              <a:rPr lang="en-US" dirty="0">
                <a:hlinkClick r:id="rId2"/>
              </a:rPr>
              <a:t>https://www.kaggle.com/datasets</a:t>
            </a:r>
            <a:endParaRPr lang="en-US" dirty="0"/>
          </a:p>
          <a:p>
            <a:r>
              <a:rPr lang="en-US" dirty="0"/>
              <a:t>https://www.image-net.org/</a:t>
            </a:r>
          </a:p>
          <a:p>
            <a:endParaRPr lang="en-US" dirty="0"/>
          </a:p>
          <a:p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1161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BFD7C-BF59-0B21-6DFC-D567D2692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7: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17431-1D96-9BF0-888C-A35A0CF79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1</a:t>
            </a:r>
            <a:r>
              <a:rPr lang="en-US" baseline="30000" dirty="0">
                <a:solidFill>
                  <a:srgbClr val="FFFF00"/>
                </a:solidFill>
              </a:rPr>
              <a:t>st</a:t>
            </a:r>
            <a:r>
              <a:rPr lang="en-US" dirty="0">
                <a:solidFill>
                  <a:srgbClr val="FFFF00"/>
                </a:solidFill>
              </a:rPr>
              <a:t> meeting:</a:t>
            </a:r>
          </a:p>
          <a:p>
            <a:r>
              <a:rPr lang="en-US" dirty="0"/>
              <a:t>Discussion about road map to implement the idea</a:t>
            </a:r>
          </a:p>
          <a:p>
            <a:r>
              <a:rPr lang="en-US" dirty="0">
                <a:solidFill>
                  <a:srgbClr val="FFFF00"/>
                </a:solidFill>
              </a:rPr>
              <a:t>2</a:t>
            </a:r>
            <a:r>
              <a:rPr lang="en-US" baseline="30000" dirty="0">
                <a:solidFill>
                  <a:srgbClr val="FFFF00"/>
                </a:solidFill>
              </a:rPr>
              <a:t>nd</a:t>
            </a:r>
            <a:r>
              <a:rPr lang="en-US" dirty="0">
                <a:solidFill>
                  <a:srgbClr val="FFFF00"/>
                </a:solidFill>
              </a:rPr>
              <a:t> meeting:</a:t>
            </a:r>
          </a:p>
          <a:p>
            <a:r>
              <a:rPr lang="en-US" dirty="0" err="1"/>
              <a:t>Disscuss</a:t>
            </a:r>
            <a:r>
              <a:rPr lang="en-US" dirty="0"/>
              <a:t> </a:t>
            </a:r>
            <a:r>
              <a:rPr lang="en-US" dirty="0" err="1"/>
              <a:t>Srs</a:t>
            </a:r>
            <a:r>
              <a:rPr lang="en-US" dirty="0"/>
              <a:t> document(</a:t>
            </a:r>
            <a:r>
              <a:rPr lang="en-US" dirty="0" err="1"/>
              <a:t>purpose,template,format</a:t>
            </a:r>
            <a:r>
              <a:rPr lang="en-US" dirty="0"/>
              <a:t>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 err="1"/>
              <a:t>Srs</a:t>
            </a:r>
            <a:r>
              <a:rPr lang="en-US" dirty="0"/>
              <a:t> document refinement by </a:t>
            </a:r>
            <a:r>
              <a:rPr lang="en-US" dirty="0" err="1"/>
              <a:t>Mr.Muhammad</a:t>
            </a:r>
            <a:r>
              <a:rPr lang="en-US" dirty="0"/>
              <a:t> Fahad</a:t>
            </a:r>
          </a:p>
          <a:p>
            <a:r>
              <a:rPr lang="en-US" dirty="0" err="1"/>
              <a:t>Finally,deliver</a:t>
            </a:r>
            <a:r>
              <a:rPr lang="en-US" dirty="0"/>
              <a:t> </a:t>
            </a:r>
            <a:r>
              <a:rPr lang="en-US" dirty="0" err="1"/>
              <a:t>Srs</a:t>
            </a:r>
            <a:r>
              <a:rPr lang="en-US" dirty="0"/>
              <a:t> document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998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C6F0E-5C29-22D4-5434-30E663855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8:  </a:t>
            </a:r>
            <a:r>
              <a:rPr lang="en-US" dirty="0">
                <a:sym typeface="Wingdings" panose="05000000000000000000" pitchFamily="2" charset="2"/>
              </a:rPr>
              <a:t>mid exams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2B88C-4BEC-AA47-8ECB-36D1A6B35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1</a:t>
            </a:r>
            <a:r>
              <a:rPr lang="en-US" baseline="30000" dirty="0">
                <a:solidFill>
                  <a:srgbClr val="FFFF00"/>
                </a:solidFill>
              </a:rPr>
              <a:t>st</a:t>
            </a:r>
            <a:r>
              <a:rPr lang="en-US" dirty="0">
                <a:solidFill>
                  <a:srgbClr val="FFFF00"/>
                </a:solidFill>
              </a:rPr>
              <a:t> meeting:</a:t>
            </a:r>
          </a:p>
          <a:p>
            <a:r>
              <a:rPr lang="en-US" dirty="0"/>
              <a:t>We got the document printed and secured our supervisor’s signature</a:t>
            </a:r>
          </a:p>
        </p:txBody>
      </p:sp>
    </p:spTree>
    <p:extLst>
      <p:ext uri="{BB962C8B-B14F-4D97-AF65-F5344CB8AC3E}">
        <p14:creationId xmlns:p14="http://schemas.microsoft.com/office/powerpoint/2010/main" val="3589701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5B3EC-4489-D380-B5A1-DBDB54392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9: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2422C-62DB-53D8-7095-585F7BA2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3975" y="2772697"/>
            <a:ext cx="7983582" cy="3018503"/>
          </a:xfrm>
        </p:spPr>
        <p:txBody>
          <a:bodyPr/>
          <a:lstStyle/>
          <a:p>
            <a:r>
              <a:rPr lang="en-US" dirty="0"/>
              <a:t>No meeting with supervisor:</a:t>
            </a:r>
          </a:p>
          <a:p>
            <a:r>
              <a:rPr lang="en-US" dirty="0"/>
              <a:t>Muhammad Fahad is not available this week </a:t>
            </a:r>
          </a:p>
        </p:txBody>
      </p:sp>
    </p:spTree>
    <p:extLst>
      <p:ext uri="{BB962C8B-B14F-4D97-AF65-F5344CB8AC3E}">
        <p14:creationId xmlns:p14="http://schemas.microsoft.com/office/powerpoint/2010/main" val="28024937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84</TotalTime>
  <Words>441</Words>
  <Application>Microsoft Office PowerPoint</Application>
  <PresentationFormat>Widescreen</PresentationFormat>
  <Paragraphs>71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Bookman Old Style</vt:lpstr>
      <vt:lpstr>Rockwell</vt:lpstr>
      <vt:lpstr>Wingdings</vt:lpstr>
      <vt:lpstr>Damask</vt:lpstr>
      <vt:lpstr>WEEKLY REPORT DOCUMENT</vt:lpstr>
      <vt:lpstr>Week 1:</vt:lpstr>
      <vt:lpstr>Week 2:</vt:lpstr>
      <vt:lpstr>Week 3:</vt:lpstr>
      <vt:lpstr>Week 4:</vt:lpstr>
      <vt:lpstr>Week 5:</vt:lpstr>
      <vt:lpstr>Week 6:</vt:lpstr>
      <vt:lpstr>Week 7:</vt:lpstr>
      <vt:lpstr>Week 8:  mid exams</vt:lpstr>
      <vt:lpstr>Week 9: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Lenovo</cp:lastModifiedBy>
  <cp:revision>3</cp:revision>
  <dcterms:created xsi:type="dcterms:W3CDTF">2025-11-08T13:55:14Z</dcterms:created>
  <dcterms:modified xsi:type="dcterms:W3CDTF">2025-11-08T15:20:08Z</dcterms:modified>
</cp:coreProperties>
</file>